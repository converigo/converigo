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0" y="1000000"/>
            <a:ext cx="8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PPTX to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